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579" r:id="rId5"/>
    <p:sldId id="582" r:id="rId6"/>
  </p:sldIdLst>
  <p:sldSz cx="9144000" cy="6858000" type="screen4x3"/>
  <p:notesSz cx="68580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259B621-01E6-2B3A-E329-92DCDF2E4309}" name="Cemre Tas" initials="CT" userId="018832e2aec33161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92"/>
    <p:restoredTop sz="93493"/>
  </p:normalViewPr>
  <p:slideViewPr>
    <p:cSldViewPr snapToObjects="1">
      <p:cViewPr varScale="1">
        <p:scale>
          <a:sx n="105" d="100"/>
          <a:sy n="105" d="100"/>
        </p:scale>
        <p:origin x="2768" y="480"/>
      </p:cViewPr>
      <p:guideLst>
        <p:guide orient="horz" pos="2160"/>
        <p:guide pos="2880"/>
      </p:guideLst>
    </p:cSldViewPr>
  </p:slideViewPr>
  <p:notesTextViewPr>
    <p:cViewPr>
      <p:scale>
        <a:sx n="25" d="100"/>
        <a:sy n="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3A074429-5ED2-9B3F-79AC-F93AAE4220F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13" tIns="46557" rIns="93113" bIns="46557" numCol="1" anchor="t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5FC12685-FBA1-5582-6814-BC840A2D820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13" tIns="46557" rIns="93113" bIns="46557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8484" name="Rectangle 4">
            <a:extLst>
              <a:ext uri="{FF2B5EF4-FFF2-40B4-BE49-F238E27FC236}">
                <a16:creationId xmlns:a16="http://schemas.microsoft.com/office/drawing/2014/main" id="{692CEE1D-565D-472D-4A3D-46A4F15BA24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2971800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13" tIns="46557" rIns="93113" bIns="46557" numCol="1" anchor="b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8485" name="Rectangle 5">
            <a:extLst>
              <a:ext uri="{FF2B5EF4-FFF2-40B4-BE49-F238E27FC236}">
                <a16:creationId xmlns:a16="http://schemas.microsoft.com/office/drawing/2014/main" id="{63CEE019-09A3-7973-900D-2F630028990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829675"/>
            <a:ext cx="2971800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13" tIns="46557" rIns="93113" bIns="46557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fld id="{655BA312-C87A-4046-BBA7-8E72FA3A06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B314C962-3C62-5513-96CC-BE328095367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13" tIns="46557" rIns="93113" bIns="46557" numCol="1" anchor="t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AF7CD09C-8125-464B-5538-B83EA6B09B0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13" tIns="46557" rIns="93113" bIns="46557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337F6436-D011-0D1F-F506-08E459BAB4B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49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23A6D15C-7838-AFE4-7A63-945080D42BC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16425"/>
            <a:ext cx="5486400" cy="41830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13" tIns="46557" rIns="93113" bIns="465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D71E289B-D534-C234-CF98-49A6EEBA02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2971800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13" tIns="46557" rIns="93113" bIns="46557" numCol="1" anchor="b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28053195-E7C2-2AA3-65CC-D7E4B84BA9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29675"/>
            <a:ext cx="2971800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13" tIns="46557" rIns="93113" bIns="46557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fld id="{DA6FCD96-BEF9-4E4D-B9C1-0B2044354E3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 descr="nps_ppt_master">
            <a:extLst>
              <a:ext uri="{FF2B5EF4-FFF2-40B4-BE49-F238E27FC236}">
                <a16:creationId xmlns:a16="http://schemas.microsoft.com/office/drawing/2014/main" id="{341794C1-5BB5-4700-EAEA-3BA9C47BC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833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90600" y="2667000"/>
            <a:ext cx="7620000" cy="1143000"/>
          </a:xfrm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03834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600200" y="41148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30335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0CA6E5A-AED8-3AEA-FCC3-728D90298B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E0355D-0B01-FD44-81AA-E6A8E2D54F99}" type="datetime1">
              <a:rPr lang="en-US"/>
              <a:pPr>
                <a:defRPr/>
              </a:pPr>
              <a:t>6/3/26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73DFCB4-BB5D-F35E-7D6F-9898DCF166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CCDBEF5-62D3-418A-6632-7665890BAA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8A681F-DD06-D84F-AC8E-6E6399721A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0161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7C23F3C-D8B2-918F-E2AD-C6D5A0D513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F8A7D6-556D-4A4A-8DD4-D013FCB7EEC1}" type="datetime1">
              <a:rPr lang="en-US"/>
              <a:pPr>
                <a:defRPr/>
              </a:pPr>
              <a:t>6/3/26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19E9323-C32C-0595-AF5E-779941FD54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23D83A8-F4E9-9AA5-59DF-1A43927365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C3C5A1-F121-394F-8226-FB1FA3F3050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470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5B6870-1617-2C83-8DD9-3611B005DA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B7A24D-7F2B-C44A-9317-B0E0BF09E112}" type="datetime1">
              <a:rPr lang="en-US"/>
              <a:pPr>
                <a:defRPr/>
              </a:pPr>
              <a:t>6/3/26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C720E5-096A-EE19-C539-5FEE961EFA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85F698-F916-6740-A5F1-BD942C2EEB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3D8A43-2F3D-1447-ACFB-C52E7D4A6F6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9345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1F07CE1-8CDB-7DA9-2EE6-EC6425BFC7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E023D2-0449-1741-978D-8722A6D9A0C7}" type="datetime1">
              <a:rPr lang="en-US"/>
              <a:pPr>
                <a:defRPr/>
              </a:pPr>
              <a:t>6/3/26</a:t>
            </a:fld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7943465-AAB2-0C5F-73F9-E5E86B75AC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6929C4D-294A-ABB0-7244-462298C135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E0A3B7-7C6A-5046-B693-A11D7118CD0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1838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22716CF-AF0C-3723-9DDD-0F1CBEC09F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073C7C-911F-EA49-B3FF-24B3887E5335}" type="datetime1">
              <a:rPr lang="en-US"/>
              <a:pPr>
                <a:defRPr/>
              </a:pPr>
              <a:t>6/3/26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073044C-01FF-96E4-1961-6D83E08187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264F974-FB6B-DE89-B9FA-FBF22AA140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C4726C-DEE2-FC4E-A8F2-DFA35C791C8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274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F408153-D6DA-E3A6-949E-58A9AAFCD9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BE671D-C319-A343-A1AD-E389CDCAF25D}" type="datetime1">
              <a:rPr lang="en-US"/>
              <a:pPr>
                <a:defRPr/>
              </a:pPr>
              <a:t>6/3/26</a:t>
            </a:fld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C3D97DD-EA19-1491-B62A-91E9F6D59B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1B0BD7F-8110-20BD-5C09-13958FEA10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A45504-7841-784F-AE53-560D5F38FE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4924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774C0D-A1E3-1B99-C3EE-19DD77EC9D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D90230-D594-D541-8938-52DCC02B8951}" type="datetime1">
              <a:rPr lang="en-US"/>
              <a:pPr>
                <a:defRPr/>
              </a:pPr>
              <a:t>6/3/26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7117CC-2460-FAD1-AB25-A860CC9D1C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73244F-FE75-1BB3-731E-7039B799E8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F2AA81-E33A-A14C-946F-74EB503DC4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391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D10623-6DF0-0BFE-CFA0-E6A1286B75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911033-A089-E64B-B586-9F078FD395BD}" type="datetime1">
              <a:rPr lang="en-US"/>
              <a:pPr>
                <a:defRPr/>
              </a:pPr>
              <a:t>6/3/26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A26E6F-3B4E-8931-B930-91F961F081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FB84FB-C40E-17AB-1BCD-979C17F092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4A8B89-C8CD-EB49-B904-104B7F82A2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4014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B557E84-8868-A030-5D21-76A7AAAB41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28D7B9-5B04-F14A-B3B8-DD98390507AB}" type="datetime1">
              <a:rPr lang="en-US"/>
              <a:pPr>
                <a:defRPr/>
              </a:pPr>
              <a:t>6/3/26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7434FD0-EAAE-78B6-E790-EC51D425EE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411B78E-804C-F5CC-E168-61B24C2EAF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B6EC4F-4E78-8A4F-BFB1-4C1AE0FEE78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0710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0"/>
            <a:ext cx="2095500" cy="5821363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134100" cy="5821363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4CA6105-36A6-5C8C-DECC-EFF8A53FF1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4A008F-92BD-024A-AF32-A1CE00F550B2}" type="datetime1">
              <a:rPr lang="en-US"/>
              <a:pPr>
                <a:defRPr/>
              </a:pPr>
              <a:t>6/3/26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4385500-787A-B055-E8E4-0BD7D0591E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AF334BB-DF7C-8AB2-3E06-0DB9284DFE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869B7A-7ED4-FE42-A91B-414E3115B6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5593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1" descr="nps_ppt_slide">
            <a:extLst>
              <a:ext uri="{FF2B5EF4-FFF2-40B4-BE49-F238E27FC236}">
                <a16:creationId xmlns:a16="http://schemas.microsoft.com/office/drawing/2014/main" id="{DD2900BB-999D-7DE9-CF6B-C8428AB08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ED112AFA-BDD5-EDA2-D3A3-1EF2955E3D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00200" y="0"/>
            <a:ext cx="7239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B078F12D-FBC4-7A32-4587-5D7ED33D2F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954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F3C307A5-D76A-EFCE-85D1-32E9A0A757F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ea typeface="ＭＳ Ｐゴシック" charset="-128"/>
              </a:defRPr>
            </a:lvl1pPr>
          </a:lstStyle>
          <a:p>
            <a:pPr>
              <a:defRPr/>
            </a:pPr>
            <a:fld id="{7776564D-7360-0842-87A3-FFA5D670DC7E}" type="datetime1">
              <a:rPr lang="en-US"/>
              <a:pPr>
                <a:defRPr/>
              </a:pPr>
              <a:t>6/3/26</a:t>
            </a:fld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3B27466-8AEB-A4E3-2081-39D6B48F487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05550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D602F76-5F06-5B20-2081-1E4856198CA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9218E70-2CA4-E94C-8AF7-8279562C009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Times" charset="0"/>
          <a:ea typeface="ＭＳ Ｐゴシック" charset="0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Times" charset="0"/>
          <a:ea typeface="ＭＳ Ｐゴシック" charset="0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Times" charset="0"/>
          <a:ea typeface="ＭＳ Ｐゴシック" charset="0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Times" charset="0"/>
          <a:ea typeface="ＭＳ Ｐゴシック" charset="0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Times" charset="0"/>
          <a:ea typeface="ＭＳ Ｐゴシック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Times" charset="0"/>
          <a:ea typeface="ＭＳ Ｐゴシック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Times" charset="0"/>
          <a:ea typeface="ＭＳ Ｐゴシック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Times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668CFD9-517E-5C74-219C-B0E4FB1234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600" y="2680447"/>
            <a:ext cx="7620000" cy="1600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EA1C5C8-7A6A-E520-6266-A26E5D397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4572000"/>
            <a:ext cx="6400800" cy="175260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9639E-CE91-2DB9-88EA-2193E8A67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0"/>
            <a:ext cx="7239000" cy="762000"/>
          </a:xfrm>
        </p:spPr>
        <p:txBody>
          <a:bodyPr/>
          <a:lstStyle/>
          <a:p>
            <a:endParaRPr lang="en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429D6-064F-631C-814F-DAE4E6D02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681F-DD06-D84F-AC8E-6E6399721AB0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BE2F3-FAEC-14F7-4913-7AE9D1BA9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X" dirty="0"/>
          </a:p>
        </p:txBody>
      </p:sp>
    </p:spTree>
    <p:extLst>
      <p:ext uri="{BB962C8B-B14F-4D97-AF65-F5344CB8AC3E}">
        <p14:creationId xmlns:p14="http://schemas.microsoft.com/office/powerpoint/2010/main" val="36936580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imes"/>
        <a:ea typeface="ＭＳ Ｐゴシック"/>
        <a:cs typeface=""/>
      </a:majorFont>
      <a:minorFont>
        <a:latin typeface="Times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6B5EC68E81694DB00FA846CF21B934" ma:contentTypeVersion="3" ma:contentTypeDescription="Create a new document." ma:contentTypeScope="" ma:versionID="9fe86345866dafba1aacadd8da86f56f">
  <xsd:schema xmlns:xsd="http://www.w3.org/2001/XMLSchema" xmlns:xs="http://www.w3.org/2001/XMLSchema" xmlns:p="http://schemas.microsoft.com/office/2006/metadata/properties" xmlns:ns2="6f3be449-e854-4c45-8a83-70fda104d0d1" targetNamespace="http://schemas.microsoft.com/office/2006/metadata/properties" ma:root="true" ma:fieldsID="e52f33c4dbeb4d7786a6bf715adffd69" ns2:_="">
    <xsd:import namespace="6f3be449-e854-4c45-8a83-70fda104d0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3be449-e854-4c45-8a83-70fda104d0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06D8E9F-0B3B-40DE-8963-A49B94CAD49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EA581E9-1F93-4A68-9D7B-459620301C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3be449-e854-4c45-8a83-70fda104d0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8614E6C-DC7D-47E6-B8F2-E3543EDEB6F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11266</TotalTime>
  <Words>1</Words>
  <Application>Microsoft Macintosh PowerPoint</Application>
  <PresentationFormat>On-screen Show (4:3)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Times</vt:lpstr>
      <vt:lpstr>Default Design</vt:lpstr>
      <vt:lpstr>PowerPoint Presentation</vt:lpstr>
      <vt:lpstr>PowerPoint Presentation</vt:lpstr>
    </vt:vector>
  </TitlesOfParts>
  <Company>CISR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Boger</dc:creator>
  <cp:lastModifiedBy>Iván Barbosa</cp:lastModifiedBy>
  <cp:revision>89</cp:revision>
  <dcterms:created xsi:type="dcterms:W3CDTF">2011-05-24T15:53:08Z</dcterms:created>
  <dcterms:modified xsi:type="dcterms:W3CDTF">2026-06-04T03:59:35Z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0x010100D66B5EC68E81694DB00FA846CF21B934</vt:lpwstr>
  </property>
</Properties>
</file>